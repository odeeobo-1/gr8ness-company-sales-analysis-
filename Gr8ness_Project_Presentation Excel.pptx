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Gr8ness Company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Presentation</a:t>
            </a:r>
          </a:p>
          <a:p>
            <a:r>
              <a:t>Odee Obo (Gr8ness)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need interactive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Excel, Pivot Tables, Charts, Slicers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 segment leads revenue.</a:t>
            </a:r>
          </a:p>
          <a:p>
            <a:r>
              <a:t>Standard shipping dominates.</a:t>
            </a:r>
          </a:p>
          <a:p>
            <a:r>
              <a:t>Revenue varies by country.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supports data-driven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